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F9F04BE-97D3-45BD-937A-BE0212A0D615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Count of GrLivArea vs Sale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C4A938F-C8AE-417E-A4E2-6E761A165F6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11/6/21 10:43:18 PM EDT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15B66559-264A-4521-8BD8-D8AE4E1F54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371475"/>
            <a:ext cx="98679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E4BFAEBB-74C0-4943-87AF-B97AD324A9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428625"/>
            <a:ext cx="996315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A5F4FB38-9094-46CA-B046-2B8808E3B5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371475"/>
            <a:ext cx="99631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5C384F92-1EA9-4D76-8412-8221A2674B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428625"/>
            <a:ext cx="996315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2021-11-07T02:43:18Z</dcterms:created>
  <dcterms:modified xsi:type="dcterms:W3CDTF">2021-11-07T02:43:18Z</dcterms:modified>
</cp:coreProperties>
</file>